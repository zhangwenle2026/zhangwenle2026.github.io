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097280"/>
            <a:ext cx="5486400" cy="34747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900" b="0">
                <a:solidFill>
                  <a:srgbClr val="888888"/>
                </a:solidFill>
                <a:latin typeface="Verdana"/>
              </a:rP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5943600" cy="1463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Verdana"/>
              </a:rPr>
              <a:t>Relatório de Operações</a:t>
            </a:r>
          </a:p>
          <a:p>
            <a:r>
              <a:rPr sz="3400" b="1">
                <a:solidFill>
                  <a:srgbClr val="FFFFFF"/>
                </a:solidFill>
                <a:latin typeface="Verdana"/>
              </a:rPr>
              <a:t>de Merchant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5943600" cy="457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600" b="0">
                <a:solidFill>
                  <a:srgbClr val="FFE41F"/>
                </a:solidFill>
                <a:latin typeface="Verdana"/>
              </a:rPr>
              <a:t>Survive Kit — Estratégia de Defesa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4572000" cy="36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ID da Loja: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[Enter Store 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90288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Estabelecimento: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590288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[Merchant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65776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065776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[Month/2026]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41264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541264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[BDM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Resumo Executivo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TICKET MÉDIO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Crescimento do Negócio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[Ponto de crescimento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[Ponto de crescimento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[Ponto de crescimento 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2606040"/>
            <a:ext cx="53949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Principais Riscos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[Risco principal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[Risco principal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[Risco principal 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Visão Geral do Crescimento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14400"/>
            <a:ext cx="11612880" cy="480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Inserir gráfico de tendência — GMV / Pedidos / Ticket Médio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806440"/>
            <a:ext cx="201168" cy="2011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GMV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5806440"/>
            <a:ext cx="201168" cy="20116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Pedidos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806440"/>
            <a:ext cx="201168" cy="201168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Ticket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Decomposição da Fórmula GMV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" y="8046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Entendendo o que impulsiona sua receita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Visitantes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[Inserir valor]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anterior]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Taxa de Conversão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[Inserir valor]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anterior]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Ticket 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[Inserir valor]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anterior]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Verdana"/>
              </a:rPr>
              <a:t>= GMV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GMV = receita da plataforma antes dos subsídios · Fonte: Painel do Comerciante Keeta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Análise de Promoções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DESPESA TOTAL PROMO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ROI DA PROMO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[X]x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PEDIDOS PROMO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Promo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Nº de Pedidos: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Custo Total: 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Eficiência: [Alta/Média/Baixa]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Desconto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Nº de Pedidos: 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Custo Total: R$ 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Eficiência: [Alta/Média/Baixa]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Cupom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Nº de Pedidos: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Custo Total: R$ 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Eficiência: [Alta/Média/Baixa]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285232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💡 Promo Item geralmente gera o maior volume de pedidos por R$ investido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Dashboard de Qualidade de Serviço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Tempo de Inatividade Diária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762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Taxa de Cancelamento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1762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86868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Tempo Médio de Preparo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1762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Precisão dos Pedidos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908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880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Avaliação do 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Taxa de Pronto para 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anterior]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14476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41F"/>
                </a:solidFill>
                <a:latin typeface="Verdana"/>
              </a:rPr>
              <a:t>⚠️  Destaque as áreas críticas que precisam de atenção imediata antes de apresentar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Análise de Clientes — Últimos 30 Dias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TOTAL DE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NOVOS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CLIENTES RECORRENTES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11521440" cy="33375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1152144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8404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Inserir gráfico de segmentação de clientes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897880"/>
            <a:ext cx="73152" cy="6583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Verdana"/>
              </a:rPr>
              <a:t>Insight: [Descreva a proporção novo/recorrente e o que significa para a estratégia de fidelização]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Visão Geral da Ameaça — 99Food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Oferta Exclusiva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Impacto no Comerciante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Observações do 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[Detalhe 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66360"/>
            <a:ext cx="1152144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66360"/>
            <a:ext cx="73152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Nível de ameaça: [ ALTO / MÉDIO / BAIXO ]  —  Fonte: [Observação do BD, data]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 Proposta da 99Food — O Que Estão Oferecendo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OFERTA EXCLUSIVA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DINHEIRO (único): R$ [Valor]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GMV GARANTIDO/ANO: 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DURAÇÃO DO CONTRATO: [X]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MULTA POR QUEBRA: [Descreva]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914400"/>
            <a:ext cx="621792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914400"/>
            <a:ext cx="621792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9875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O Que Você Perde: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50876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3619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[Receita da Keeta — plataforma principal]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51460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54203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[Flexibilidade para negociar]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52044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54787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[Tráfego da iFood]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669280"/>
            <a:ext cx="11521440" cy="475488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669280"/>
            <a:ext cx="73152" cy="47548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33288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O pagamento antecipado representa apenas [X] meses do seu GMV atual na Keeta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Impacto na Receita — Os Números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Verdana"/>
              </a:rPr>
              <a:t>ACEITAR EXCLUSIVIDADE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Receita (2 anos): R$ [X]M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2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Bônus antecipado: R$ [X]K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603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55555"/>
                </a:solidFill>
                <a:latin typeface="Verdana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914400"/>
            <a:ext cx="5303520" cy="429768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914400"/>
            <a:ext cx="530352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9875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CC9A"/>
                </a:solidFill>
                <a:latin typeface="Verdana"/>
              </a:rPr>
              <a:t>MANTER MÚLTIPLAS PLATAFORMAS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0876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Keeta (2 anos): R$ [X]M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219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99Food (2 anos): R$ [X]M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3522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iFood (2 anos): R$ [X]M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48456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2144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11556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PERDA MÍNIMA: R$ [X]M em 2 anos ao aceitar exclusividade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108192"/>
            <a:ext cx="11521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Cenário conservador — não considera a taxa de crescimento mensal histórico da Keeta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Riscos do Contrato de 2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96112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96112"/>
            <a:ext cx="1152144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95097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Risco de Abandono da 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335024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A 99Food já saiu do Brasil (2023). Se isso se repetir, você perde Keeta E 99Food — preso em um contrato morto.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20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874520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2938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GMV Garantido Não Cumprido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1343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[Descreva casos em que garantias não foram cumpridas e opções legais disponíveis]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52928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52928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9077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Investigação Antitruste 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918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Contratos de exclusividade estão sob escrutínio regulatório no Brasil — risco legal para o comerciante.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31336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31336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862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Poder de Negociação Perdido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7024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Com exclusividade, você perde a capacidade de negociar melhores condições com qualquer plataforma.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09744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6460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Limitação de Crescimento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48656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Seu GMV fica travado no crescimento da 99Food, não na sua trajetória — perdendo a aceleração da Keeta.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Perfil do Comerciante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🍽️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Categoria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Ticket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Horário de Funcionamento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Região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Ranking Keeta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[Insira valor]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Comparação Competitiva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3840480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Critério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840480" cy="7132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Keeta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3840480" cy="713232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99Food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Taxa de Comissão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Suporte de Promoção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Visibilidade / Tráfego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Serviço ao Comerciante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[Descreva]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Incentivo Exclusivo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[Valor]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[Valor]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30952"/>
            <a:ext cx="11521440" cy="50292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330952"/>
            <a:ext cx="73152" cy="5029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404104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CC9A"/>
                </a:solidFill>
                <a:latin typeface="Verdana"/>
              </a:rPr>
              <a:t>✅  Vantagem Keeta: [Destaque o principal diferencial competitivo da Keeta para este comerciante]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Nossa Proposta — Estratégia de Defesa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🎯  Suporte de Promoção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[Detalhe da ação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[Detalhe da ação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809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[Detalhe da ação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[Detalhe da ação 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868680"/>
            <a:ext cx="3566160" cy="54864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⭐  Incentivo Exclusivo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[Detalhe da ação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67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[Detalhe da ação 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9809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[Detalhe da ação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69417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[Detalhe da ação 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868680"/>
            <a:ext cx="35661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868680"/>
            <a:ext cx="3566160" cy="54864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📈  Plano de Crescimento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[Detalhe da ação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2677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[Detalhe da ação 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9809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[Detalhe da ação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69417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[Detalhe da ação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Recomendações de 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30352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914400"/>
            <a:ext cx="237744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914400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Responsável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201168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91440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12680" y="914400"/>
            <a:ext cx="169164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91440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64208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664208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664208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664208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66420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66420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1664208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664208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14016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414016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414016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414016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414016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414016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2414016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414016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63824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163824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3]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163824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163824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163824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163824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3163824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3163824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13632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913632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4]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913632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913632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3913632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3913632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3913632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3913632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66344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66344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[Descrição da ação 5]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663440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4663440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466344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66344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4663440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4120" y="466344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